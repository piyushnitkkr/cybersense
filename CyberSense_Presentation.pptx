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CyberSense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Covering problem identification and project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Defining project scope and target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Discussing RAG literature and related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review of embeddings and hybrid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walkthrough of methodology and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 plan timeline and technology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of progress achieved and deployed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Quantitative metrics and benchmark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work roadmap and long-term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Concluding remarks and project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366CC"/>
                </a:solidFill>
              </a:defRPr>
            </a:pPr>
            <a:r>
              <a:t>CYBERSENSE</a:t>
            </a:r>
          </a:p>
          <a:p>
            <a:r>
              <a:t>A Cybersecurity RAG Assistant for Academic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66CC"/>
                </a:solidFill>
              </a:defRPr>
            </a:pPr>
            <a:r>
              <a:t>Section 1: Problem Identification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Problem Identification: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Cybersecurity knowledge is vast and rapidly evolving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Practitioners struggle to find accurate, contextual answers quickly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Traditional keyword search returns fragmented or irrelevant results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Security documentation scattered across multiple repositories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Project Objectives: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Build a cybersecurity RAG chatbot for academic and practical use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Integrate authoritative sources (MITRE ATT&amp;CK, CWE, OWASP)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Implement hybrid retrieval (dense vector + sparse BM25)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Provide cited, hallucination-resistant answers with zero cost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66CC"/>
                </a:solidFill>
              </a:defRPr>
            </a:pPr>
            <a:r>
              <a:t>Project Scope &amp; Target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In Scope: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Cybersecurity knowledge synthesis &amp; RAG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MITRE ATT&amp;CK (867 tech), CWE (939 weak), OWASP Top 10 ingestion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FastAPI backend, Streamlit UI, Qdrant vector DB, Groq LLM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Out of Scope: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Real-time threat intelligence feeds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Automated exploit generation or offensive payloads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Target Users: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Security researchers, students, and defenders needing grounded answers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66CC"/>
                </a:solidFill>
              </a:defRPr>
            </a:pPr>
            <a:r>
              <a:t>Section 2: Literature Review &amp;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RAG (Retrieval-Augmented Generation):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Introduced by Lewis et al. (2020, NeurIPS)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Combines parametric LLMs with non-parametric external memory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Core advantage: Reduces hallucinations via strict source grounding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Related Security AI Systems: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IBM Security QRadar / Microsoft Copilot for Security / Google Chronicle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Most commercial systems are proprietary and lack open citation transparency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CyberSense provides an open academic alternative with verifiable inline citations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66CC"/>
                </a:solidFill>
              </a:defRPr>
            </a:pPr>
            <a:r>
              <a:t>Embedding &amp; Retrieval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Embedding Models: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Sentence-BERT (SBERT) architecture (Reimers &amp; Gurevych, ICLR 2020)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all-MiniLM-L6-v2 (384-dimensional dense vectors)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BAAI/bge-small-en-v1.5 optimized for retrieval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Retrieval Architecture: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Dense Vector Search (Qdrant Cloud HNSW index)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Sparse Lexical Search (BM25 inverted index with regex ID short-circuit)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Reciprocal Rank Fusion (RRF) + cross-encoder reranking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66CC"/>
                </a:solidFill>
              </a:defRPr>
            </a:pPr>
            <a:r>
              <a:t>Section 3: Methodology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End-to-End Pipeline: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1. User Query -&gt; Safety Guardrails (Refuse exploits, sanitize injection)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2. Query Pipeline -&gt; Rewriting (history) + Entity Extraction (CVE/CWE/ATT&amp;CK)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3. Hybrid Retrieval -&gt; Dense (Qdrant) + Sparse (BM25)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4. Fusion &amp; Rerank -&gt; Reciprocal Rank Fusion + Cross-Encoder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5. Generation -&gt; Groq LLM prompt assembly with citation validation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Data Ingestion Pipeline: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STIX 2.1 JSON (ATT&amp;CK 867 tech) + XML (CWE 939 weak) + Markdown (OWASP)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- 500-token chunking with overlap -&gt; Qdrant upsert -&gt; BM25 index rebuild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66CC"/>
                </a:solidFill>
              </a:defRPr>
            </a:pPr>
            <a:r>
              <a:t>Work Plan &amp;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Execution Phases: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Phase 1 (Weeks 1-2): Architecture design &amp; FastAPI backend setup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Phase 2 (Weeks 3-4): Qdrant vector store &amp; BM25 sparse index integration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Phase 3 (Weeks 5-6): Hybrid retrieval, RRF fusion, and LLM integration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Phase 4 (Weeks 7-8): Streamlit UI, cloud deployment, and evaluation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Technology Stack: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Backend: FastAPI (Python 3.11), SQLAlchemy, Qdrant client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Frontend: Streamlit (web UI)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Infrastructure: Render.com (API) + Qdrant Cloud + Groq Cloud (Free Tier)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66CC"/>
                </a:solidFill>
              </a:defRPr>
            </a:pPr>
            <a:r>
              <a:t>Section 4: Progress Achieved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Key Deliverables Completed: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Hybrid retrieval pipeline fully operational (Dense + Sparse + RRF)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Cross-encoder reranker integrated for high precision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MITRE ATT&amp;CK Enterprise (867 techniques) successfully indexed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MITRE CWE (939 weaknesses) and OWASP Top 10 2025 ingested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Safety guardrails active (exploit refusal &amp; injection sanitization)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Streamlit UI deployed with expandable source citation cards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Live cloud deployment on Render.com and Qdrant Cloud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- 60-question evaluation test suite passing successfully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66CC"/>
                </a:solidFill>
              </a:defRPr>
            </a:pPr>
            <a:r>
              <a:t>Performance Metrics &amp;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Dataset Statistics: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- 867 ATT&amp;CK techniques | 939 CWE weaknesses | 10 OWASP categories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Total knowledge base: 3,600+ structured chunks in Qdrant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System Performance: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Average query latency: &lt; 2.0s (cold cache), &lt; 1.0s (warm cache)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Retrieval accuracy: &gt; 85% on evaluation golden set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Abstention rate: ~12% on unanswerable queries (hallucination prevention)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66CC"/>
                </a:solidFill>
              </a:defRPr>
            </a:pPr>
            <a:r>
              <a:t>Section 5: Future Work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Short-Term Roadmap (1-3 months):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Integrate CAPEC (Common Attack Pattern Enumeration and Classification)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Add CISA KEV (Known Exploited Vulnerabilities catalog)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Implement multi-turn conversation memory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Medium &amp; Long-Term Vision (3-12 months):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NIST SP 800-53 security control mapping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Full CVE database integration with automated vulnerability triage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Custom fine-tuned security LLM and enterprise SIEM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366CC"/>
                </a:solidFill>
              </a:defRPr>
            </a:pPr>
            <a:r>
              <a:t>Conclusion &amp;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Project Summary: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CyberSense successfully implements an enterprise-grade cybersecurity RAG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Solves fragmentation and hallucination issues in security research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Fully functional, zero-cost cloud deployment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Comprehensive academic report and presentation prepared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Status:</a:t>
            </a:r>
          </a:p>
          <a:p>
            <a:pPr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- MVP Complete | Tested | Deployed | Ready for College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